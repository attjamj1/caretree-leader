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017520"/>
            <a:ext cx="4114800" cy="41148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8321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RACE &amp; RUN!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94360" y="2697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Amazing Race Through Singapore's Port Terminals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94360" y="3520440"/>
            <a:ext cx="0" cy="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clues  </a:t>
            </a:r>
            <a:pPr algn="l" indent="0" marL="0">
              <a:buNone/>
            </a:pPr>
            <a:r>
              <a:rPr lang="en-US" sz="1500" dirty="0">
                <a:solidFill>
                  <a:srgbClr val="5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spot  </a:t>
            </a:r>
            <a:pPr algn="l" indent="0" marL="0">
              <a:buNone/>
            </a:pPr>
            <a:r>
              <a:rPr lang="en-US" sz="1500" dirty="0">
                <a:solidFill>
                  <a:srgbClr val="5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selfie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Race &amp; Run!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EFF5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52" y="1242852"/>
            <a:ext cx="184343" cy="184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1430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clue carefully before acting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1709928"/>
            <a:ext cx="384048" cy="384048"/>
          </a:xfrm>
          <a:prstGeom prst="ellipse">
            <a:avLst/>
          </a:prstGeom>
          <a:solidFill>
            <a:srgbClr val="EFF5F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52" y="1809780"/>
            <a:ext cx="184343" cy="184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70992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clear roles and work as a team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57200" y="2276856"/>
            <a:ext cx="384048" cy="384048"/>
          </a:xfrm>
          <a:prstGeom prst="ellipse">
            <a:avLst/>
          </a:prstGeom>
          <a:solidFill>
            <a:srgbClr val="EFF5F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2376708"/>
            <a:ext cx="184343" cy="184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27685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fast, but avoid careless mistakes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457200" y="2843784"/>
            <a:ext cx="384048" cy="384048"/>
          </a:xfrm>
          <a:prstGeom prst="ellipse">
            <a:avLst/>
          </a:prstGeom>
          <a:solidFill>
            <a:srgbClr val="EFF5F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2943636"/>
            <a:ext cx="184343" cy="184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8437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instructions exactly to avoid penalties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457200" y="3410712"/>
            <a:ext cx="384048" cy="384048"/>
          </a:xfrm>
          <a:prstGeom prst="ellipse">
            <a:avLst/>
          </a:prstGeom>
          <a:solidFill>
            <a:srgbClr val="EFF5F8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052" y="3510564"/>
            <a:ext cx="184343" cy="1843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41071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clearly and support each other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EFF5F8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052" y="4077492"/>
            <a:ext cx="184343" cy="18434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05840" y="39776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each task properly before moving on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5623560" y="1143000"/>
            <a:ext cx="3063240" cy="2331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Shape 14"/>
          <p:cNvSpPr/>
          <p:nvPr/>
        </p:nvSpPr>
        <p:spPr>
          <a:xfrm>
            <a:off x="589788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8639" y="1548079"/>
            <a:ext cx="241402" cy="24140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89788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5897880" y="23774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all stations accurately, in the shortest time.</a:t>
            </a:r>
            <a:endParaRPr lang="en-US" sz="1450" dirty="0"/>
          </a:p>
        </p:txBody>
      </p:sp>
      <p:sp>
        <p:nvSpPr>
          <p:cNvPr id="26" name="Shape 17"/>
          <p:cNvSpPr/>
          <p:nvPr/>
        </p:nvSpPr>
        <p:spPr>
          <a:xfrm>
            <a:off x="5623560" y="3657600"/>
            <a:ext cx="3063240" cy="1097280"/>
          </a:xfrm>
          <a:prstGeom prst="rect">
            <a:avLst/>
          </a:prstGeom>
          <a:solidFill>
            <a:srgbClr val="EFF5F8"/>
          </a:solidFill>
          <a:ln/>
        </p:spPr>
      </p:sp>
      <p:sp>
        <p:nvSpPr>
          <p:cNvPr id="27" name="Shape 18"/>
          <p:cNvSpPr/>
          <p:nvPr/>
        </p:nvSpPr>
        <p:spPr>
          <a:xfrm>
            <a:off x="5852160" y="384048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9145" y="3947465"/>
            <a:ext cx="197510" cy="19751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355080" y="3803904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task must be submitted correctly to finish the race.</a:t>
            </a:r>
            <a:endParaRPr lang="en-US" sz="1100" dirty="0"/>
          </a:p>
        </p:txBody>
      </p:sp>
      <p:sp>
        <p:nvSpPr>
          <p:cNvPr id="30" name="Text 20"/>
          <p:cNvSpPr/>
          <p:nvPr/>
        </p:nvSpPr>
        <p:spPr>
          <a:xfrm>
            <a:off x="457200" y="45902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riddle clue, text the answer, use a hint if stuck. Get it right and you'll get a mission to find a spot for a group selfie.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91840"/>
            <a:ext cx="3657600" cy="3657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Start: Pick Your 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241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into your groups - you have 2-3 minutes.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955280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02536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346" y="2164202"/>
            <a:ext cx="298460" cy="298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85623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Team Leader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22951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They'll send every message from the group's WhatsApp.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7955280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465576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346" y="3627242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31927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Team Name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737360" y="375818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it on the live leaderboard - make it count.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the Race on WhatsApp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200400" cy="3200400"/>
          </a:xfrm>
          <a:prstGeom prst="rect">
            <a:avLst/>
          </a:prstGeom>
          <a:solidFill>
            <a:srgbClr val="EFF5F8"/>
          </a:solidFill>
          <a:ln w="19050">
            <a:solidFill>
              <a:srgbClr val="BFD4E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627632" y="169164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038" y="196504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926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WhatsApp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screenshot here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160520" y="1234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41605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00600" y="12344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with your phone's camera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60520" y="2103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4160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00600" y="21031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save the number and send the join code shown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60520" y="2971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41605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00600" y="297180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signal - every team's first clue goes out together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60520" y="3977640"/>
            <a:ext cx="443484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4343400" y="4114800"/>
            <a:ext cx="502920" cy="502920"/>
          </a:xfrm>
          <a:prstGeom prst="ellipse">
            <a:avLst/>
          </a:prstGeom>
          <a:solidFill>
            <a:srgbClr val="128C7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159" y="4245559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983480" y="3977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go!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Hope You'll Gain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95528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190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6171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08760"/>
            <a:ext cx="6720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alongside one another, not just past each other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795528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9077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305043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697480"/>
            <a:ext cx="6720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 quiet commitment to excellence in how you solve, not just how fast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886200"/>
            <a:ext cx="795528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9"/>
          <p:cNvSpPr/>
          <p:nvPr/>
        </p:nvSpPr>
        <p:spPr>
          <a:xfrm>
            <a:off x="822960" y="40965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239158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886200"/>
            <a:ext cx="6720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that spirit with the teams around you - we're all in this together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You're Scored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657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019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4650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 pts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51760" y="174650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station completed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24963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61518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45973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 pts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651760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wrong answer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77240" y="32095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32841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17296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 pts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651760" y="317296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hint used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77240" y="3922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4164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8862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 pts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2651760" y="38862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answer revealed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709160" y="1097280"/>
            <a:ext cx="3977640" cy="3657600"/>
          </a:xfrm>
          <a:prstGeom prst="rect">
            <a:avLst/>
          </a:prstGeom>
          <a:solidFill>
            <a:srgbClr val="EFF5F8"/>
          </a:solidFill>
          <a:ln/>
        </p:spPr>
      </p:sp>
      <p:sp>
        <p:nvSpPr>
          <p:cNvPr id="22" name="Shape 16"/>
          <p:cNvSpPr/>
          <p:nvPr/>
        </p:nvSpPr>
        <p:spPr>
          <a:xfrm>
            <a:off x="5029200" y="1417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5621" y="158374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064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02920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time  = 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duration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02920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every wrong answer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02920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wrong answers, faster finish.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 wins. Ties are broken by the fastest time.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Race &amp; Run! - Amazing Race Briefing</dc:title>
  <dc:subject>PptxGenJS Presentation</dc:subject>
  <dc:creator>Race &amp; Run!</dc:creator>
  <cp:lastModifiedBy>Race &amp; Run!</cp:lastModifiedBy>
  <cp:revision>1</cp:revision>
  <dcterms:created xsi:type="dcterms:W3CDTF">2026-06-18T00:23:20Z</dcterms:created>
  <dcterms:modified xsi:type="dcterms:W3CDTF">2026-06-18T00:23:20Z</dcterms:modified>
</cp:coreProperties>
</file>